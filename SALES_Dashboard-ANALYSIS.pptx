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2F26-2912-69AC-1077-F36BD504F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CF9E5-EB60-508C-A176-327682A3C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4555-62DC-CA30-65E2-AC27B1254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07425-3373-61F0-463D-FD841436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674D3-B986-0E5B-9F19-B62BAFC1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1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0A09-1C6C-628A-C2D7-FB1A7423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C6E63-5E7C-0A48-69F7-8292212F2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D9AD5-2F8E-9DEE-5F59-223661FD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8D1C-BC04-2252-6687-15E1FF02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4944F-6EAF-AB2C-2895-69EDA5EA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81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D9BE2-360B-C8E9-3AA8-DA1B2846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34932-21FB-9F2C-2607-EC6D2C7A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576D4-4006-A4FE-8617-D10D138A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2817B-391E-4C86-9554-55E4E7ED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105FF-11CE-8A97-2C01-5863AE42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3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E7E46-4E5E-233F-9BB9-8E4D08D0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A014-26E0-6DFD-7A95-E987FF4F5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7B3C0-0569-BB06-F72E-C0D180F09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74883-34AF-E0BB-663D-C20E74FD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43F02-5B40-9CD1-A8AD-E1EB8B37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BCF18-37A4-7EC7-1181-3E112B12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121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0583-6E03-EA80-3871-6C100CF7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4E367-DD72-345D-4D6B-1E852CB9F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6C39A-5417-412C-39F1-57DBFACB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61579-949A-7D31-B951-D2DF3000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53030-F062-5F09-471F-E7FFDCD27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614DC-54C0-8D0C-9E9E-860160FC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DA2CE-CFDE-634F-1B6E-574BD248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EDC65E-F897-428E-5B5D-99721FED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6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98E9B-D61F-AA72-D04B-65C672AF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4B049-D873-3FB3-408D-76B12C08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CE209-3383-678D-3472-0140CEE4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A7714-94F1-C664-4920-FD3382C2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0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9270C0-4B58-2345-AF1E-50656C1A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CD1DC-77F2-4CA4-5139-8DBE256B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B95F7-0EFA-CE99-231A-3BDB19F3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0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9097-ECAA-1363-5F9D-19E36655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99102-23B5-E0ED-2778-B99626F7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F68CC-248A-8E94-F660-0553324F5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DF67D-F27F-2261-9022-259A5049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5219A-D2E3-F073-84D7-CFCA8B5E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CDC37-FDDB-EAAD-7C75-0E598DF54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043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1BDC-3A24-DB8C-ACA6-C2C24DE9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1716E-01CE-BABF-DBEB-9E3DB9E7A2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61EAB-5632-B70C-4FEC-663F25D33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D002E-75FE-9A9C-EC2B-08DBF8F6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671A1-F144-AACD-C80E-43FE3AA6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2F64A-6668-645A-0C70-514D879E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3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BF82-2DAA-E30A-F9FE-CF1799D9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3F559-1F0A-27F6-73F3-4BEB68DFB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4E8B4-C056-B1D9-4209-FE513A9A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DF0B9-687D-4C9D-A196-33BECF29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358-6A02-E136-F7BE-F04B051B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76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A47FA-F393-A3A6-13CC-965833A59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4193D-D522-286C-420D-E47638572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4AE34-A21B-A1AB-271E-FCE0473E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DBEDD-67CC-21E1-FD21-B438706E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E0D7E-FC64-15FF-3114-EC4CF233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51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C58FD-3326-856D-06CA-625B5079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2468F-4791-90DD-6BBB-347A4CC13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14F25-312E-C4E4-B5F1-73D6F56A4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7CCAF-3CE3-4EF4-A630-86BEFEF42BD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10DE3-C23D-8B1A-1124-97969473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A3A55-DCE3-BBCF-664B-C60E16C16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0176C-E3F0-4773-8F6C-7E840C3A8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7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1AD3-C56C-A4C6-B7FE-7FEB82D42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135" y="399011"/>
            <a:ext cx="11554690" cy="3029989"/>
          </a:xfrm>
        </p:spPr>
        <p:txBody>
          <a:bodyPr>
            <a:normAutofit/>
          </a:bodyPr>
          <a:lstStyle/>
          <a:p>
            <a:r>
              <a:rPr lang="en-US" sz="4000" i="1" dirty="0"/>
              <a:t>Sales Dashboard Analysis Using Excel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E82BE-BCBD-C2C6-17AA-920F589BA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Prepared by:</a:t>
            </a:r>
            <a:r>
              <a:rPr lang="en-US" dirty="0"/>
              <a:t> </a:t>
            </a:r>
            <a:r>
              <a:rPr lang="en-US" i="1" dirty="0"/>
              <a:t>Jordan Playil</a:t>
            </a:r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Data &amp; Market Analyst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</a:t>
            </a:r>
            <a:r>
              <a:rPr lang="en-US" i="1" dirty="0"/>
              <a:t>14/01/2026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17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DD64-9B80-7B3B-0268-BA25FEB3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2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i="1" dirty="0"/>
              <a:t>Project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CAE7E-91D6-9A51-8769-DF88CDA84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5" y="1429789"/>
            <a:ext cx="11571317" cy="506308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Project Overview:</a:t>
            </a:r>
            <a:br>
              <a:rPr lang="en-US" dirty="0"/>
            </a:br>
            <a:r>
              <a:rPr lang="en-US" dirty="0"/>
              <a:t>This project focuses on building an interactive </a:t>
            </a:r>
            <a:r>
              <a:rPr lang="en-US" b="1" dirty="0"/>
              <a:t>Sales Dashboard in Excel</a:t>
            </a:r>
            <a:r>
              <a:rPr lang="en-US" dirty="0"/>
              <a:t> to </a:t>
            </a:r>
            <a:r>
              <a:rPr lang="en-US" dirty="0" err="1"/>
              <a:t>analyse</a:t>
            </a:r>
            <a:r>
              <a:rPr lang="en-US" dirty="0"/>
              <a:t> sales performance, identify trends, and support data-driven business decisions.</a:t>
            </a:r>
          </a:p>
          <a:p>
            <a:pPr marL="0" indent="0">
              <a:buNone/>
            </a:pPr>
            <a:r>
              <a:rPr lang="en-US" b="1" dirty="0"/>
              <a:t>Objectives:</a:t>
            </a:r>
            <a:endParaRPr lang="en-US" dirty="0"/>
          </a:p>
          <a:p>
            <a:r>
              <a:rPr lang="en-US" dirty="0" err="1"/>
              <a:t>Analyse</a:t>
            </a:r>
            <a:r>
              <a:rPr lang="en-US" dirty="0"/>
              <a:t> overall sales performance</a:t>
            </a:r>
          </a:p>
          <a:p>
            <a:r>
              <a:rPr lang="en-US" dirty="0"/>
              <a:t>Track key sales KPIs</a:t>
            </a:r>
          </a:p>
          <a:p>
            <a:r>
              <a:rPr lang="en-US" dirty="0"/>
              <a:t>Identify trends across time, products, and regions</a:t>
            </a:r>
          </a:p>
          <a:p>
            <a:r>
              <a:rPr lang="en-US" dirty="0"/>
              <a:t>Convert raw sales data into actionable insights</a:t>
            </a:r>
          </a:p>
          <a:p>
            <a:pPr marL="0" indent="0">
              <a:buNone/>
            </a:pPr>
            <a:r>
              <a:rPr lang="en-US" b="1" dirty="0"/>
              <a:t>Key Business Questions:</a:t>
            </a:r>
            <a:endParaRPr lang="en-US" dirty="0"/>
          </a:p>
          <a:p>
            <a:r>
              <a:rPr lang="en-US" dirty="0"/>
              <a:t>How is sales performance changing over time?</a:t>
            </a:r>
          </a:p>
          <a:p>
            <a:r>
              <a:rPr lang="en-US" dirty="0"/>
              <a:t>Which products or categories generate the highest revenue?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50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8280-1AED-E7E9-22F4-E2CE04F4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i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67386-3E43-0EE1-F7FA-23D2F3F6A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33" y="1396538"/>
            <a:ext cx="11405062" cy="47804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Source of Data:</a:t>
            </a:r>
            <a:endParaRPr lang="en-US" dirty="0"/>
          </a:p>
          <a:p>
            <a:r>
              <a:rPr lang="en-US" dirty="0"/>
              <a:t>Internal sales dataset (provided within Excel)</a:t>
            </a:r>
          </a:p>
          <a:p>
            <a:pPr marL="0" indent="0">
              <a:buNone/>
            </a:pPr>
            <a:r>
              <a:rPr lang="en-US" b="1" dirty="0"/>
              <a:t>Dataset Description:</a:t>
            </a:r>
            <a:endParaRPr lang="en-US" dirty="0"/>
          </a:p>
          <a:p>
            <a:r>
              <a:rPr lang="en-US" dirty="0"/>
              <a:t>Transaction-level sales data</a:t>
            </a:r>
          </a:p>
          <a:p>
            <a:r>
              <a:rPr lang="en-US" dirty="0"/>
              <a:t>Contains details such as:</a:t>
            </a:r>
          </a:p>
          <a:p>
            <a:pPr lvl="1"/>
            <a:r>
              <a:rPr lang="en-US" dirty="0"/>
              <a:t>Sales date</a:t>
            </a:r>
          </a:p>
          <a:p>
            <a:pPr lvl="1"/>
            <a:r>
              <a:rPr lang="en-US" dirty="0"/>
              <a:t>Product</a:t>
            </a:r>
          </a:p>
          <a:p>
            <a:pPr lvl="1"/>
            <a:r>
              <a:rPr lang="en-US" dirty="0"/>
              <a:t>Category</a:t>
            </a:r>
          </a:p>
          <a:p>
            <a:pPr lvl="1"/>
            <a:r>
              <a:rPr lang="en-US" dirty="0"/>
              <a:t>Quantity sold</a:t>
            </a:r>
          </a:p>
          <a:p>
            <a:pPr lvl="1"/>
            <a:r>
              <a:rPr lang="en-US" dirty="0"/>
              <a:t>Revenue</a:t>
            </a:r>
          </a:p>
          <a:p>
            <a:pPr marL="0" indent="0">
              <a:buNone/>
            </a:pPr>
            <a:r>
              <a:rPr lang="en-US" b="1" dirty="0"/>
              <a:t>Relevance:</a:t>
            </a:r>
            <a:endParaRPr lang="en-US" dirty="0"/>
          </a:p>
          <a:p>
            <a:r>
              <a:rPr lang="en-US" dirty="0"/>
              <a:t>The dataset directly supports sales performance analysis and KPI tracking.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61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DF7B-10E4-CCD5-E8FF-C647B265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2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i="1" dirty="0"/>
              <a:t>Dataset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69D43-3324-AD8E-E658-23FE0518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163782"/>
            <a:ext cx="11504815" cy="5303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Variables:</a:t>
            </a:r>
            <a:endParaRPr lang="en-US" dirty="0"/>
          </a:p>
          <a:p>
            <a:r>
              <a:rPr lang="en-US" dirty="0"/>
              <a:t>Date – Sales transaction date</a:t>
            </a:r>
          </a:p>
          <a:p>
            <a:r>
              <a:rPr lang="en-US" dirty="0"/>
              <a:t>Product – Product name</a:t>
            </a:r>
          </a:p>
          <a:p>
            <a:r>
              <a:rPr lang="en-US" dirty="0"/>
              <a:t>Category – Product category</a:t>
            </a:r>
          </a:p>
          <a:p>
            <a:r>
              <a:rPr lang="en-US" dirty="0"/>
              <a:t>Quantity – Units sold</a:t>
            </a:r>
          </a:p>
          <a:p>
            <a:r>
              <a:rPr lang="en-US" dirty="0"/>
              <a:t>Revenue – Sales value</a:t>
            </a:r>
          </a:p>
          <a:p>
            <a:pPr marL="0" indent="0">
              <a:buNone/>
            </a:pPr>
            <a:r>
              <a:rPr lang="en-US" b="1" dirty="0"/>
              <a:t>Types of Data:</a:t>
            </a:r>
            <a:endParaRPr lang="en-US" dirty="0"/>
          </a:p>
          <a:p>
            <a:r>
              <a:rPr lang="en-US" dirty="0"/>
              <a:t>Categorical: Product, Category</a:t>
            </a:r>
          </a:p>
          <a:p>
            <a:r>
              <a:rPr lang="en-US" dirty="0"/>
              <a:t>Numerical: Quantity, Revenue</a:t>
            </a:r>
          </a:p>
          <a:p>
            <a:r>
              <a:rPr lang="en-US" dirty="0"/>
              <a:t>Date/Time: Sales Date</a:t>
            </a:r>
          </a:p>
        </p:txBody>
      </p:sp>
    </p:spTree>
    <p:extLst>
      <p:ext uri="{BB962C8B-B14F-4D97-AF65-F5344CB8AC3E}">
        <p14:creationId xmlns:p14="http://schemas.microsoft.com/office/powerpoint/2010/main" val="196340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E681-9FB9-AA39-0F2A-235D6AF7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i="1" dirty="0"/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5C67E-A6D7-C893-13B7-4B2F79159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1690688"/>
            <a:ext cx="10938164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Steps Taken:</a:t>
            </a:r>
            <a:endParaRPr lang="en-US" dirty="0"/>
          </a:p>
          <a:p>
            <a:r>
              <a:rPr lang="en-US" dirty="0"/>
              <a:t>Removed or handled missing values</a:t>
            </a:r>
          </a:p>
          <a:p>
            <a:r>
              <a:rPr lang="en-US" dirty="0" err="1"/>
              <a:t>Standardised</a:t>
            </a:r>
            <a:r>
              <a:rPr lang="en-US" dirty="0"/>
              <a:t> date and numeric formats</a:t>
            </a:r>
          </a:p>
          <a:p>
            <a:r>
              <a:rPr lang="en-US" dirty="0"/>
              <a:t>Ensured consistency in product, and category</a:t>
            </a:r>
          </a:p>
          <a:p>
            <a:r>
              <a:rPr lang="en-US" dirty="0"/>
              <a:t>Removed duplicates where applicable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Outcome:</a:t>
            </a:r>
            <a:endParaRPr lang="en-US" dirty="0"/>
          </a:p>
          <a:p>
            <a:r>
              <a:rPr lang="en-US" dirty="0"/>
              <a:t>Clean and reliable dataset ready for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394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94E8-B2F3-9B3C-BE2F-D66933D1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i="1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42A1-4D5B-C97C-C8AF-AB56E9F9E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Transformations Performed:</a:t>
            </a:r>
            <a:endParaRPr lang="en-US" dirty="0"/>
          </a:p>
          <a:p>
            <a:r>
              <a:rPr lang="en-US" dirty="0"/>
              <a:t>Creation of calculated metrics (KPIs)</a:t>
            </a:r>
          </a:p>
          <a:p>
            <a:r>
              <a:rPr lang="en-US" dirty="0"/>
              <a:t>Aggregation of sales data using formulas</a:t>
            </a:r>
          </a:p>
          <a:p>
            <a:r>
              <a:rPr lang="en-US" dirty="0"/>
              <a:t>Preparation of </a:t>
            </a:r>
            <a:r>
              <a:rPr lang="en-US" dirty="0" err="1"/>
              <a:t>summarised</a:t>
            </a:r>
            <a:r>
              <a:rPr lang="en-US" dirty="0"/>
              <a:t> data for pivot tables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Enable accurate reporting</a:t>
            </a:r>
          </a:p>
          <a:p>
            <a:r>
              <a:rPr lang="en-US" dirty="0"/>
              <a:t>Support dashboard visuals and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23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425B-B1AB-B997-73F8-46EF0ACD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i="1" dirty="0"/>
              <a:t>Exploratory Data Analysis (EDA)</a:t>
            </a:r>
            <a:br>
              <a:rPr lang="en-IN" sz="4000" i="1" dirty="0"/>
            </a:br>
            <a:endParaRPr lang="en-IN" sz="40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7E18-361E-9636-96AF-5FB2EA3CD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" y="1413164"/>
            <a:ext cx="11288684" cy="5079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Analysis Performed:</a:t>
            </a:r>
            <a:endParaRPr lang="en-US" dirty="0"/>
          </a:p>
          <a:p>
            <a:r>
              <a:rPr lang="en-US" dirty="0"/>
              <a:t>Overall sales performance review</a:t>
            </a:r>
          </a:p>
          <a:p>
            <a:r>
              <a:rPr lang="en-US" dirty="0"/>
              <a:t>Revenue trends over time</a:t>
            </a:r>
          </a:p>
          <a:p>
            <a:r>
              <a:rPr lang="en-US" dirty="0"/>
              <a:t>Sales distribution by product, category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Descriptive Insights:</a:t>
            </a:r>
            <a:endParaRPr lang="en-US" dirty="0"/>
          </a:p>
          <a:p>
            <a:r>
              <a:rPr lang="en-US" dirty="0"/>
              <a:t>Identification of high-performing products</a:t>
            </a:r>
          </a:p>
          <a:p>
            <a:r>
              <a:rPr lang="en-US" dirty="0"/>
              <a:t>Seasonal or periodic trends in sales</a:t>
            </a:r>
          </a:p>
          <a:p>
            <a:r>
              <a:rPr lang="en-US" dirty="0"/>
              <a:t>Product performance comparison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88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39A1-9221-6EF5-B8C2-45C98AD4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i="1" dirty="0"/>
              <a:t>Visual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500D-B56A-6FC0-51C7-8F03A5564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429790"/>
            <a:ext cx="11338560" cy="49211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Visuals Used:</a:t>
            </a:r>
            <a:endParaRPr lang="en-US" dirty="0"/>
          </a:p>
          <a:p>
            <a:r>
              <a:rPr lang="en-US" dirty="0"/>
              <a:t>Pivot charts</a:t>
            </a:r>
          </a:p>
          <a:p>
            <a:r>
              <a:rPr lang="en-US" dirty="0"/>
              <a:t>Bar charts</a:t>
            </a:r>
          </a:p>
          <a:p>
            <a:r>
              <a:rPr lang="en-US" dirty="0"/>
              <a:t>Line charts</a:t>
            </a:r>
          </a:p>
          <a:p>
            <a:r>
              <a:rPr lang="en-US" dirty="0"/>
              <a:t>KPI cards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Insights from Visuals:</a:t>
            </a:r>
            <a:endParaRPr lang="en-US" dirty="0"/>
          </a:p>
          <a:p>
            <a:r>
              <a:rPr lang="en-US" dirty="0"/>
              <a:t>Clear comparison of sales across regions and categories</a:t>
            </a:r>
          </a:p>
          <a:p>
            <a:r>
              <a:rPr lang="en-US" dirty="0"/>
              <a:t>Easy identification of top-performing products</a:t>
            </a:r>
          </a:p>
          <a:p>
            <a:r>
              <a:rPr lang="en-US" dirty="0"/>
              <a:t>Trend patterns visible over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97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F2B1-4798-4CCB-72FA-4833915F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i="1" dirty="0"/>
              <a:t>Insights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1FC6-6A1C-D89A-6BEB-23746F9B2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Insights and Findings</a:t>
            </a:r>
          </a:p>
          <a:p>
            <a:r>
              <a:rPr lang="en-US" dirty="0"/>
              <a:t>Sales trends vary across time periods</a:t>
            </a:r>
          </a:p>
          <a:p>
            <a:r>
              <a:rPr lang="en-US" dirty="0"/>
              <a:t>Certain products and categories contribute significantly to total revenue</a:t>
            </a:r>
          </a:p>
          <a:p>
            <a:r>
              <a:rPr lang="en-US" dirty="0"/>
              <a:t>KPI-focused visuals improve quick decision-making</a:t>
            </a:r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012257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8343-289F-3217-EC32-CF47128B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i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4ED84-6F74-55A4-C695-AE146BEBF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927918"/>
            <a:ext cx="11021291" cy="4564957"/>
          </a:xfrm>
        </p:spPr>
        <p:txBody>
          <a:bodyPr>
            <a:normAutofit/>
          </a:bodyPr>
          <a:lstStyle/>
          <a:p>
            <a:r>
              <a:rPr lang="en-US" dirty="0"/>
              <a:t>Focus marketing efforts on top-performing products</a:t>
            </a:r>
          </a:p>
          <a:p>
            <a:r>
              <a:rPr lang="en-US" dirty="0"/>
              <a:t>Improve performance in underperforming product</a:t>
            </a:r>
          </a:p>
          <a:p>
            <a:r>
              <a:rPr lang="en-US" dirty="0"/>
              <a:t>Use the dashboard regularly for monitoring sales trends</a:t>
            </a:r>
          </a:p>
          <a:p>
            <a:r>
              <a:rPr lang="en-US" dirty="0"/>
              <a:t>Expand analysis with customer or profit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382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AC3A-59DF-223B-9ECD-CD9E7B35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Limitations of the Analysis</a:t>
            </a:r>
            <a:endParaRPr lang="en-IN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49320-36CF-9910-3B68-70F54CDBC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Limitations of the Analysis</a:t>
            </a:r>
          </a:p>
          <a:p>
            <a:r>
              <a:rPr lang="en-US" dirty="0"/>
              <a:t>Analysis limited to available sales data</a:t>
            </a:r>
          </a:p>
          <a:p>
            <a:r>
              <a:rPr lang="en-US" dirty="0"/>
              <a:t>No customer demographics included</a:t>
            </a:r>
          </a:p>
          <a:p>
            <a:r>
              <a:rPr lang="en-US" dirty="0"/>
              <a:t>Profit and cost analysis not covered</a:t>
            </a:r>
          </a:p>
          <a:p>
            <a:r>
              <a:rPr lang="en-US" dirty="0"/>
              <a:t>Insights depend on data accuracy and completeness</a:t>
            </a:r>
          </a:p>
        </p:txBody>
      </p:sp>
    </p:spTree>
    <p:extLst>
      <p:ext uri="{BB962C8B-B14F-4D97-AF65-F5344CB8AC3E}">
        <p14:creationId xmlns:p14="http://schemas.microsoft.com/office/powerpoint/2010/main" val="334776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3BB9-AA21-F284-8BC7-C4A08F77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F61E61-964C-55B2-70F1-A06CDE7C4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84112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422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Sales Dashboard Analysis Using Excel </vt:lpstr>
      <vt:lpstr>Project Brief</vt:lpstr>
      <vt:lpstr>Dataset Overview</vt:lpstr>
      <vt:lpstr>Dataset Structure</vt:lpstr>
      <vt:lpstr>Data Cleaning Process</vt:lpstr>
      <vt:lpstr>Data Transformation</vt:lpstr>
      <vt:lpstr>Exploratory Data Analysis (EDA) </vt:lpstr>
      <vt:lpstr>Visual Analysis</vt:lpstr>
      <vt:lpstr>Insights and Findings</vt:lpstr>
      <vt:lpstr>Recommendations</vt:lpstr>
      <vt:lpstr>Limitations of the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playil</dc:creator>
  <cp:lastModifiedBy>jordan playil</cp:lastModifiedBy>
  <cp:revision>8</cp:revision>
  <dcterms:created xsi:type="dcterms:W3CDTF">2026-01-14T11:11:59Z</dcterms:created>
  <dcterms:modified xsi:type="dcterms:W3CDTF">2026-01-14T13:57:51Z</dcterms:modified>
</cp:coreProperties>
</file>